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79" d="100"/>
          <a:sy n="79" d="100"/>
        </p:scale>
        <p:origin x="65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FF98F-90F5-A566-9861-DFDC97E0A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31A3B5-FD0E-ED23-25B9-AF325320A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B18ABB-3B2A-ECD0-65B7-CC50DA0F0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817C7-342C-46E1-B20C-0958A3980B6E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A6B60D-3CA7-5A74-0D2B-C4FDEC1F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1B91F3-997B-B8CA-E8CF-6C10351F8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740B-DC0A-4E99-8C6A-32ADC3A84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407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E92E4-BE0A-C48A-09D7-2316FF8FE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2C5C07-E0A8-0116-85D2-E2A320329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A3FBF7-5CAE-0C30-0AA5-4B135FAA1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817C7-342C-46E1-B20C-0958A3980B6E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E73E82-C4F2-8866-7B1C-86EA0A775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F2EF5E-EFAA-CF5F-0CC1-0FE765CE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740B-DC0A-4E99-8C6A-32ADC3A84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44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AD066-CFAA-00AE-D63B-3759CBF5B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6DC21F-F25B-2C6C-2E28-91E64FAA4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D49424-1099-3282-A839-D1F46DCAA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817C7-342C-46E1-B20C-0958A3980B6E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B56046-C5A6-E824-4E13-9AAB9BEF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22E47E-29FF-8EC9-2D19-0620C0B62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740B-DC0A-4E99-8C6A-32ADC3A84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7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D8958-CD6D-7140-DDBB-801441027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E9608F-8280-8D32-32BF-79818CCCD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023336-23F9-E0BD-1E5E-FE6EF64B5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00D837-2EBF-2510-C0D6-E38F53F6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817C7-342C-46E1-B20C-0958A3980B6E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E3B84D-A860-65F4-E036-06D6A3DD7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A9326F-FEBB-017A-EB0E-37479CFF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740B-DC0A-4E99-8C6A-32ADC3A84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535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8643D-3673-9047-97CA-A3AE8A7A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03343E-06B8-19C6-91A9-6F3D13F88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5046ED-A7CB-DA20-8C21-17D0EF76C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066E38-A94A-2C63-AAC0-FD2C91E05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5A7F1D-314A-1474-EC56-7D1D796EF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937D8CE-BCDC-6DE0-B550-52FC7015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817C7-342C-46E1-B20C-0958A3980B6E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9E2776-EDCD-D606-17C6-DE144C6BC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5DFC4DA-4D40-1B5C-7177-CD2E1916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740B-DC0A-4E99-8C6A-32ADC3A84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51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B7E32-C7C2-0580-A9E7-1A50D52B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1DEAC7-47B3-4B21-1007-831EE585B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817C7-342C-46E1-B20C-0958A3980B6E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ADF2B0-BEB5-FC07-FB4A-4B883FA3F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01C653-32E0-3668-57F2-2FFA8BD5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740B-DC0A-4E99-8C6A-32ADC3A84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89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4449CA-B7A4-94A2-7940-61A019BC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817C7-342C-46E1-B20C-0958A3980B6E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E6443D4-8DB1-2503-CC3F-6F4F9B0E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C49B59-AAD8-016B-8DD7-F794AE6EC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740B-DC0A-4E99-8C6A-32ADC3A84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730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63623-35D3-A130-1DB4-BEAAA04DC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4D34A4-B135-B790-B805-B62A260B4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87F18E-716F-2F06-1618-4B4D5288C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E9B185-996F-F5BC-90D8-56507222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817C7-342C-46E1-B20C-0958A3980B6E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E1FA06-3EFE-B68A-959A-455183B62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3AC997-EB37-0869-9FEA-495179C7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740B-DC0A-4E99-8C6A-32ADC3A84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169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84A20-A0D7-B6CC-C92F-3492C7173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5FA3CE-A07A-0BD5-B06E-AB690500B7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ABE741-10D6-E173-41D0-C05756949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1F8273-5634-52A8-B2FF-E7B34F68D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817C7-342C-46E1-B20C-0958A3980B6E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BA0F6E-BD24-4FEA-294D-887DA2D5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30FA1-CDCE-C974-A235-79DA1356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740B-DC0A-4E99-8C6A-32ADC3A84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858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D89004-4AB4-EF4B-0A42-45A990F3C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53C3C2-B782-F2D0-FAC9-56F3B6070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D3B339-34CB-48A0-7EEA-6F094D189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817C7-342C-46E1-B20C-0958A3980B6E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3B7591-F747-C9BF-AE4E-300CE7EE8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35DAC1-F4F7-D265-DF8A-22127AE7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740B-DC0A-4E99-8C6A-32ADC3A84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82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766345-A852-4816-DBB0-6B1BF7433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F36F7E-1F75-C766-C5B8-2D7EFD9A6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A3C7DE-B1CD-01CD-7763-F6EB4031A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817C7-342C-46E1-B20C-0958A3980B6E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636A06-7449-FBDD-4220-5D552B9F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5CDBD2-5F9B-AB35-54C6-79EB35710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740B-DC0A-4E99-8C6A-32ADC3A84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87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C1A4C6-8E44-9BE6-ACB5-AEEA08664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F2BA30-5172-5E98-5C6F-59337E2E9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9F06B5-E42B-BDD4-D80F-EAB1E771C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817C7-342C-46E1-B20C-0958A3980B6E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FF8F4D-8DC3-67EA-0963-08D3359FA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B41CB7-2B9F-AF3F-4332-190613EE5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67740B-DC0A-4E99-8C6A-32ADC3A84E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65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B06C09-0068-0C92-4A60-0A8EF52322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백준 </a:t>
            </a:r>
            <a:r>
              <a:rPr lang="en-US" altLang="ko-KR" dirty="0"/>
              <a:t>10830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12D63E-B686-F21B-E734-9A80167D4B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967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E42EE-84A3-51FC-950F-1317A5B75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 곱 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1030" name="Picture 6" descr="undefined">
            <a:extLst>
              <a:ext uri="{FF2B5EF4-FFF2-40B4-BE49-F238E27FC236}">
                <a16:creationId xmlns:a16="http://schemas.microsoft.com/office/drawing/2014/main" id="{484FB3A1-5B4F-D5E9-60EA-0B41B0F7E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394" y="2441271"/>
            <a:ext cx="5079163" cy="286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undefined">
            <a:extLst>
              <a:ext uri="{FF2B5EF4-FFF2-40B4-BE49-F238E27FC236}">
                <a16:creationId xmlns:a16="http://schemas.microsoft.com/office/drawing/2014/main" id="{9A1838D6-8386-2F22-A6E2-CEAE3B71C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054" y="2053432"/>
            <a:ext cx="4139037" cy="364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71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DB576-5FA3-7673-F492-E65A1C7F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9A34C86-6492-1F79-0640-FBBB99E37E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3176900"/>
              </p:ext>
            </p:extLst>
          </p:nvPr>
        </p:nvGraphicFramePr>
        <p:xfrm>
          <a:off x="5257801" y="3308926"/>
          <a:ext cx="1364672" cy="10344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2336">
                  <a:extLst>
                    <a:ext uri="{9D8B030D-6E8A-4147-A177-3AD203B41FA5}">
                      <a16:colId xmlns:a16="http://schemas.microsoft.com/office/drawing/2014/main" val="2064464225"/>
                    </a:ext>
                  </a:extLst>
                </a:gridCol>
                <a:gridCol w="682336">
                  <a:extLst>
                    <a:ext uri="{9D8B030D-6E8A-4147-A177-3AD203B41FA5}">
                      <a16:colId xmlns:a16="http://schemas.microsoft.com/office/drawing/2014/main" val="4023072762"/>
                    </a:ext>
                  </a:extLst>
                </a:gridCol>
              </a:tblGrid>
              <a:tr h="513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005556"/>
                  </a:ext>
                </a:extLst>
              </a:tr>
              <a:tr h="5208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4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2483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A9C7E70-65E4-5F7D-85C8-A82700BB1D9F}"/>
              </a:ext>
            </a:extLst>
          </p:cNvPr>
          <p:cNvSpPr txBox="1"/>
          <p:nvPr/>
        </p:nvSpPr>
        <p:spPr>
          <a:xfrm>
            <a:off x="5729983" y="2710994"/>
            <a:ext cx="4203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65764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56BC7-6F98-97BF-F3F3-280730D7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422F403-2BF9-90C4-AA0E-9213EE35E8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529989"/>
              </p:ext>
            </p:extLst>
          </p:nvPr>
        </p:nvGraphicFramePr>
        <p:xfrm>
          <a:off x="2639291" y="2302968"/>
          <a:ext cx="1364672" cy="10344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2336">
                  <a:extLst>
                    <a:ext uri="{9D8B030D-6E8A-4147-A177-3AD203B41FA5}">
                      <a16:colId xmlns:a16="http://schemas.microsoft.com/office/drawing/2014/main" val="2064464225"/>
                    </a:ext>
                  </a:extLst>
                </a:gridCol>
                <a:gridCol w="682336">
                  <a:extLst>
                    <a:ext uri="{9D8B030D-6E8A-4147-A177-3AD203B41FA5}">
                      <a16:colId xmlns:a16="http://schemas.microsoft.com/office/drawing/2014/main" val="4023072762"/>
                    </a:ext>
                  </a:extLst>
                </a:gridCol>
              </a:tblGrid>
              <a:tr h="513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005556"/>
                  </a:ext>
                </a:extLst>
              </a:tr>
              <a:tr h="5208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4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2483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2F74F50-4B8B-55F1-BC93-24800B265816}"/>
              </a:ext>
            </a:extLst>
          </p:cNvPr>
          <p:cNvSpPr txBox="1"/>
          <p:nvPr/>
        </p:nvSpPr>
        <p:spPr>
          <a:xfrm>
            <a:off x="887819" y="2558595"/>
            <a:ext cx="8691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A^2</a:t>
            </a:r>
          </a:p>
        </p:txBody>
      </p:sp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E416EDF7-259E-4B12-D796-A903A3B0E8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9833698"/>
              </p:ext>
            </p:extLst>
          </p:nvPr>
        </p:nvGraphicFramePr>
        <p:xfrm>
          <a:off x="5195455" y="2302968"/>
          <a:ext cx="1364672" cy="10344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2336">
                  <a:extLst>
                    <a:ext uri="{9D8B030D-6E8A-4147-A177-3AD203B41FA5}">
                      <a16:colId xmlns:a16="http://schemas.microsoft.com/office/drawing/2014/main" val="2064464225"/>
                    </a:ext>
                  </a:extLst>
                </a:gridCol>
                <a:gridCol w="682336">
                  <a:extLst>
                    <a:ext uri="{9D8B030D-6E8A-4147-A177-3AD203B41FA5}">
                      <a16:colId xmlns:a16="http://schemas.microsoft.com/office/drawing/2014/main" val="4023072762"/>
                    </a:ext>
                  </a:extLst>
                </a:gridCol>
              </a:tblGrid>
              <a:tr h="513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005556"/>
                  </a:ext>
                </a:extLst>
              </a:tr>
              <a:tr h="5208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4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2483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73E8100-9660-97EA-0BBA-0FAB5AA1CFCE}"/>
              </a:ext>
            </a:extLst>
          </p:cNvPr>
          <p:cNvSpPr txBox="1"/>
          <p:nvPr/>
        </p:nvSpPr>
        <p:spPr>
          <a:xfrm>
            <a:off x="4437645" y="263553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91E700D4-0C15-9C99-6F13-608EB29CB9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6213058"/>
              </p:ext>
            </p:extLst>
          </p:nvPr>
        </p:nvGraphicFramePr>
        <p:xfrm>
          <a:off x="2639291" y="4346514"/>
          <a:ext cx="1364672" cy="10344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2336">
                  <a:extLst>
                    <a:ext uri="{9D8B030D-6E8A-4147-A177-3AD203B41FA5}">
                      <a16:colId xmlns:a16="http://schemas.microsoft.com/office/drawing/2014/main" val="2064464225"/>
                    </a:ext>
                  </a:extLst>
                </a:gridCol>
                <a:gridCol w="682336">
                  <a:extLst>
                    <a:ext uri="{9D8B030D-6E8A-4147-A177-3AD203B41FA5}">
                      <a16:colId xmlns:a16="http://schemas.microsoft.com/office/drawing/2014/main" val="4023072762"/>
                    </a:ext>
                  </a:extLst>
                </a:gridCol>
              </a:tblGrid>
              <a:tr h="513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005556"/>
                  </a:ext>
                </a:extLst>
              </a:tr>
              <a:tr h="5208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4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24836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DA7EBCB-075F-4CB1-FEF2-6038B76F08A7}"/>
              </a:ext>
            </a:extLst>
          </p:cNvPr>
          <p:cNvSpPr txBox="1"/>
          <p:nvPr/>
        </p:nvSpPr>
        <p:spPr>
          <a:xfrm>
            <a:off x="887818" y="4602141"/>
            <a:ext cx="8691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A^3</a:t>
            </a:r>
          </a:p>
        </p:txBody>
      </p:sp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D049DFC5-CD2F-30B4-81B7-858C46DDE8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5125764"/>
              </p:ext>
            </p:extLst>
          </p:nvPr>
        </p:nvGraphicFramePr>
        <p:xfrm>
          <a:off x="5195455" y="4346514"/>
          <a:ext cx="1364672" cy="10344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2336">
                  <a:extLst>
                    <a:ext uri="{9D8B030D-6E8A-4147-A177-3AD203B41FA5}">
                      <a16:colId xmlns:a16="http://schemas.microsoft.com/office/drawing/2014/main" val="2064464225"/>
                    </a:ext>
                  </a:extLst>
                </a:gridCol>
                <a:gridCol w="682336">
                  <a:extLst>
                    <a:ext uri="{9D8B030D-6E8A-4147-A177-3AD203B41FA5}">
                      <a16:colId xmlns:a16="http://schemas.microsoft.com/office/drawing/2014/main" val="4023072762"/>
                    </a:ext>
                  </a:extLst>
                </a:gridCol>
              </a:tblGrid>
              <a:tr h="513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005556"/>
                  </a:ext>
                </a:extLst>
              </a:tr>
              <a:tr h="5208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4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24836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4DD8C26-4080-A8E2-9F4D-754F86299FE7}"/>
              </a:ext>
            </a:extLst>
          </p:cNvPr>
          <p:cNvSpPr txBox="1"/>
          <p:nvPr/>
        </p:nvSpPr>
        <p:spPr>
          <a:xfrm>
            <a:off x="4437645" y="467908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graphicFrame>
        <p:nvGraphicFramePr>
          <p:cNvPr id="12" name="내용 개체 틀 3">
            <a:extLst>
              <a:ext uri="{FF2B5EF4-FFF2-40B4-BE49-F238E27FC236}">
                <a16:creationId xmlns:a16="http://schemas.microsoft.com/office/drawing/2014/main" id="{44276DA7-D232-386D-FB0D-C34BAA2557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1658817"/>
              </p:ext>
            </p:extLst>
          </p:nvPr>
        </p:nvGraphicFramePr>
        <p:xfrm>
          <a:off x="7751619" y="4346514"/>
          <a:ext cx="1364672" cy="10344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2336">
                  <a:extLst>
                    <a:ext uri="{9D8B030D-6E8A-4147-A177-3AD203B41FA5}">
                      <a16:colId xmlns:a16="http://schemas.microsoft.com/office/drawing/2014/main" val="2064464225"/>
                    </a:ext>
                  </a:extLst>
                </a:gridCol>
                <a:gridCol w="682336">
                  <a:extLst>
                    <a:ext uri="{9D8B030D-6E8A-4147-A177-3AD203B41FA5}">
                      <a16:colId xmlns:a16="http://schemas.microsoft.com/office/drawing/2014/main" val="4023072762"/>
                    </a:ext>
                  </a:extLst>
                </a:gridCol>
              </a:tblGrid>
              <a:tr h="5136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1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2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005556"/>
                  </a:ext>
                </a:extLst>
              </a:tr>
              <a:tr h="5208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3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4</a:t>
                      </a:r>
                      <a:endParaRPr lang="ko-KR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24836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B645A9A-4B92-5C3E-E466-B2F786AE3AE9}"/>
              </a:ext>
            </a:extLst>
          </p:cNvPr>
          <p:cNvSpPr txBox="1"/>
          <p:nvPr/>
        </p:nvSpPr>
        <p:spPr>
          <a:xfrm>
            <a:off x="6993809" y="467908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0034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CA6DD-8A80-70F5-39BC-D1159B4B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590F43-0244-84EA-3B5F-7586F40E7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9498C2-78F1-E1A5-43F2-4136277AB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898" y="3233088"/>
            <a:ext cx="949420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291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40</Words>
  <Application>Microsoft Office PowerPoint</Application>
  <PresentationFormat>와이드스크린</PresentationFormat>
  <Paragraphs>32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백준 10830</vt:lpstr>
      <vt:lpstr>행렬 곱 이란?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이윤정</dc:creator>
  <cp:lastModifiedBy>이윤정</cp:lastModifiedBy>
  <cp:revision>2</cp:revision>
  <dcterms:created xsi:type="dcterms:W3CDTF">2024-10-31T06:47:41Z</dcterms:created>
  <dcterms:modified xsi:type="dcterms:W3CDTF">2024-10-31T07:39:29Z</dcterms:modified>
</cp:coreProperties>
</file>